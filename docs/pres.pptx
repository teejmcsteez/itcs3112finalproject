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5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8028-2BB8-F194-B5A7-F546B3910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CAB87-AF1C-5008-C1CA-2BA1AD7E3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B1F65-BF1A-7832-5205-63664C11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5E6C9-8907-025C-9306-3BEAD1515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9FF28-7D0A-1726-12EF-BE9C253A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28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F1F6-C4D5-3479-A92E-FA5E2BAB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6D66-10A8-2166-2C07-15F796620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9155A-5CEE-4A61-3B18-7086E82B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DF0EA-089C-3B55-F5B0-CB1267F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C09E-DEAC-00E7-12D7-5BAB482D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46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5750-B0AB-A9B4-396F-7BE52B1FE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84DBB-FE6D-618B-C346-A967F1265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217F3-A2F7-C702-0423-C58C1327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0F737-C807-7FF1-81C1-44986006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6D146-A007-704E-8929-BA850B9F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8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FF3C-C4C5-8E14-8AB5-5FB59B20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01E3C-26FC-8D35-2149-914C9F298F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192D-99FC-8930-44B7-2187A4B62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28045-C26F-0BBA-82A6-261A5C67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217F9-1AB3-AED6-9F24-AFC101616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1DD66-45B8-82E6-1DD9-6739A425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6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9716F-BFEC-0A15-E30F-7732E5F9D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CA25B-510E-9223-EF6B-0F016ABAE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C81B6-726E-F078-B367-9539777E6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C03E7-71A9-3920-E841-D950F2C7E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0673A-D549-383C-E5C5-44183DCAC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71041-FC82-7223-5C15-209C3B51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711E1-DC85-44DE-BFB7-63C6CF76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861B11-FE67-FB14-C813-48E9EEA8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70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9D11-49ED-43E3-7093-DC2F19E4A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9BDB0-B46D-8EE8-497B-211ACB0D1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76FBC-0917-B69D-9F1A-C9CFB5AC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BC337-F051-3421-31C7-D5FB2013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50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CC219D-D6FA-5FD8-F266-1FA232DF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DFC99A-5026-8F02-96D6-45C58E61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56753-CA90-72C0-B25E-A42CD5D3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EF20-376D-D32A-B2BA-C34DCF7B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B473-91B3-9F8E-D4F6-A9ED8E6D9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6FEEA-80D1-BEDA-7EEF-B999D3414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091FA-3973-ED57-44A5-F86BBE41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29EC9-784E-4CAB-0747-C2AF60D7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B5C82-F618-560B-0653-64A945F6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EAE9-C889-69D1-5F97-762725A0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51BF8-95F7-972D-5E1B-BCEA3DF02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99CFC-EFEE-4AB0-DFC7-96BC1FFB6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D2563-3227-8C36-6643-4F549310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46C64-87B6-F7D9-E9A2-592B8BA4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0EE48-6C69-8CB8-5D8B-150E40D1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4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33A7-F9E2-BD1F-AAD2-6C92038E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FCC27-11C1-704B-B16A-231EFBFB1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0020F-8112-EAB5-7E5C-131F1286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0C3E2-5BF5-A3D5-2C32-CF6AFD67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AFB4C-A27E-C8A9-AFBC-82DB0E64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9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126AD2-9CA4-BA4E-7A35-C74F07178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FA84B-3505-1B7C-1CDE-6C6754B22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0D78C-B2FC-E963-09D2-E9EBF08F3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0B236-29E8-AA93-85CB-78135267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F0D92-4FA3-C7B7-A5A5-FB59CBF60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4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CEB72-54DD-ADBA-F063-3B6F9E107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5F1B2-32AC-9BEF-CF3D-7DCA48CC1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8D2E6-388E-6198-E18C-2616F3808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7FABE-992D-4F2B-B0EF-8EB4D6E83AB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F7F73-959D-6DE1-1E10-3ECFEDD54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2697F-3513-6EE2-A7D9-49300F13B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D91EA-F740-4055-B276-EC4BEA083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9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88B7B-898D-2ECA-FC52-493562BE2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Token Cost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BBDD1-02BE-41B4-9132-D29B1EFB3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Tommy Hall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77345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54D753-8884-0895-F161-8C679E53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21DB-8FBA-3EE1-CD88-096A58F26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Local AI use is becoming more popular with things like Ollama becoming popular. This system is a way to . . .</a:t>
            </a:r>
          </a:p>
          <a:p>
            <a:r>
              <a:rPr lang="en-US" dirty="0">
                <a:solidFill>
                  <a:schemeClr val="bg1"/>
                </a:solidFill>
              </a:rPr>
              <a:t>Calculate estimated cost of input tokens from the user</a:t>
            </a:r>
          </a:p>
          <a:p>
            <a:r>
              <a:rPr lang="en-US" dirty="0">
                <a:solidFill>
                  <a:schemeClr val="bg1"/>
                </a:solidFill>
              </a:rPr>
              <a:t>Process tokens using different token algorithms</a:t>
            </a:r>
          </a:p>
          <a:p>
            <a:r>
              <a:rPr lang="en-US" dirty="0">
                <a:solidFill>
                  <a:schemeClr val="bg1"/>
                </a:solidFill>
              </a:rPr>
              <a:t>Wire input to Ollama for </a:t>
            </a:r>
            <a:r>
              <a:rPr lang="en-US">
                <a:solidFill>
                  <a:schemeClr val="bg1"/>
                </a:solidFill>
              </a:rPr>
              <a:t>planning output tokens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24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raphic 212">
            <a:extLst>
              <a:ext uri="{FF2B5EF4-FFF2-40B4-BE49-F238E27FC236}">
                <a16:creationId xmlns:a16="http://schemas.microsoft.com/office/drawing/2014/main" id="{55C61911-45B2-48BF-AC7A-1EB579B42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Graphic 212">
            <a:extLst>
              <a:ext uri="{FF2B5EF4-FFF2-40B4-BE49-F238E27FC236}">
                <a16:creationId xmlns:a16="http://schemas.microsoft.com/office/drawing/2014/main" id="{2DE4D4CE-6DAE-4A05-BE5B-6BCE3F4E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F1F3C-F186-3C00-1E02-45E27EB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7" y="1264801"/>
            <a:ext cx="4114571" cy="4296387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High Level Design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CB1D39-68D4-4372-BF3B-2A33A7495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C23D31-5B0A-4956-A59F-A24F57D2A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C6FC6E-4AAF-4628-B7E5-85DF9D32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A8E7B-5045-CB92-64BE-7D0212E84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345827"/>
            <a:ext cx="5217173" cy="4351338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There are 3 parts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Token parser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Model parameters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Calculate from token count and model parameters cost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Token parser have a Tokenize method to get output tokens from input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Model parameters is an over-rideable class which all other model parameters inherit from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Cost calculator will have multiple calculate methods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Main is the factory for all these methods creating them depending on the user’s choice in the console</a:t>
            </a: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394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42CCB-FB06-DF71-2BAA-9BF35D1C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Demo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9ACDD7-B095-6568-CC7A-55CC6779E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17" y="1443121"/>
            <a:ext cx="3147413" cy="397149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8C1A84-7F2F-C4A3-3E07-53CA89004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66414" y="1375424"/>
            <a:ext cx="3141973" cy="410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8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F9B3C-CCDD-DB07-8799-5D6D431C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Increase Robustness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4A04-E663-7609-352B-C1E581AE6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Implement more token algorithms</a:t>
            </a:r>
          </a:p>
          <a:p>
            <a:r>
              <a:rPr lang="en-US">
                <a:solidFill>
                  <a:schemeClr val="bg1"/>
                </a:solidFill>
              </a:rPr>
              <a:t>Increase the correctness of the calculator currently precision is up to the compiler</a:t>
            </a:r>
          </a:p>
          <a:p>
            <a:r>
              <a:rPr lang="en-US">
                <a:solidFill>
                  <a:schemeClr val="bg1"/>
                </a:solidFill>
              </a:rPr>
              <a:t>Add unit converter for calculator ease of use</a:t>
            </a: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679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150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Token Cost Analyzer</vt:lpstr>
      <vt:lpstr>Motivation</vt:lpstr>
      <vt:lpstr>High Level Design</vt:lpstr>
      <vt:lpstr>Demo Example</vt:lpstr>
      <vt:lpstr>Increase Robustness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 Hall</dc:creator>
  <cp:lastModifiedBy>TJ Hall</cp:lastModifiedBy>
  <cp:revision>3</cp:revision>
  <dcterms:created xsi:type="dcterms:W3CDTF">2025-12-01T17:27:44Z</dcterms:created>
  <dcterms:modified xsi:type="dcterms:W3CDTF">2025-12-03T18:13:04Z</dcterms:modified>
</cp:coreProperties>
</file>